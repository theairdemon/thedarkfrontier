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2461-60FE-41FA-B9D5-82CD2DAEF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967C3-8662-46CF-89E6-6385F66F0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23E6-2265-468A-AFF2-DE9369C6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4CC97-045D-4258-9646-7187C18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51343-C7B6-4DF0-9725-7A86D16F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4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2854-D4B8-4A20-A0C9-4E3961B1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2FD81-9675-4940-9137-DADF5EBE6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3AB1-8C1D-4794-8DDB-A89C1E4B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65AD4-3642-4826-A277-A8A797FF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1048-5E33-42E5-B01A-43E25E5D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4EF2-8135-44F1-AE60-1BCCEDAB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CEBB1-5DE4-4CF5-91B9-F0FE420E0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5BC63-46F5-4E21-99B5-96DF40E7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DD975-F9F2-47AB-B24A-3D1897CF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217D-C1B7-4CE2-A14C-FB91D820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5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AA2C-3546-4DFF-BD44-27E9530B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E23B-15F7-4827-B5B6-18AA67A55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9A39-C903-46A4-AD7E-1D629638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57ED3-5541-4E7C-8475-0E90EB17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E4C5B-58FC-4039-9295-0B2A90AC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66CD8-C8ED-4B6B-93B8-5ABE8B4F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5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3C13-A13B-47A4-9F3A-DF080A24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F6E02-46C1-42EC-BA5F-B1EF0D31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34E34-CB42-48CA-89E6-F263B1E9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07B8B-6F14-4665-A078-514196E47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18EF5-06FF-445A-BE07-475650C1D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868D2-CC54-48D6-AE45-F1CB5395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31061-6E5B-4994-840D-4F00F682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E748C-7085-4149-A914-F2D63226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0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6012-0E31-4778-B549-A438587F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14360-D8B3-4836-9694-37217BDF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01437-44BA-4E36-BBB6-DA3715C9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F0777-3A78-4383-934E-F9BBF882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0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063F5-3FE6-4A82-BEB6-E64A5305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6ADFE-4B56-4065-BBF3-14030754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BFDB2-66BC-4AD3-88B2-C3B70A3B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8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B628-5C7F-4C68-BC09-07EFE7B1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EA62-EB12-4890-8E62-493CEC21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2A099-500D-4101-A84E-57613160A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07BA-F4BD-430F-84ED-20A4BFA5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BC5F5-1DF7-4015-9EC4-DC7DEF6B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32B28-C2FF-4AFA-B839-5991768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3F64-CD73-4EB3-9CF2-4EC75B45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7E66A-EB2B-4AE2-A165-B05FD6A4E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5B01D-A66C-49A0-9D23-AE87F3B50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2A21A-1E9E-43FE-A64D-3681CE7A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E4AC0-A469-4D86-BB42-F6C2E6C3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9BC3D-EDDF-4B4D-B7AB-6905A997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5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7EA2-1B8F-4FFB-83AE-EE3F6FC5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9B02C-1686-4EE9-85D1-82331346D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F641-48CC-4CAC-9C24-3502D06E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D9FA5-7805-43BE-86ED-F3D71673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4C86D-971F-47DE-916B-431C2F60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9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96C7B-6BBF-4070-89E8-5C6322E75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F617A-8D24-4027-9425-64B8AD86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0103F-5D88-436E-9840-197A6273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6F1FC-2CDA-446D-8FFD-3F6BDA3C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C5E2B-E1CA-44AE-AE3B-1606008D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9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64668-F25F-43E8-8CD2-276D5D25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E0AB6-801B-4A93-BE12-92724517F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AFABD-5075-485B-8496-5E75CDC59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87309-F7D2-44A4-8A1A-0542003E76C5}" type="datetimeFigureOut">
              <a:rPr lang="en-US" smtClean="0"/>
              <a:t>2018-07-08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0EEA8-383C-4E8D-902E-A146EA42A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B450-66FD-4057-873C-C60884C5D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E7EBA-67E5-4306-BBC2-A8D77E687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1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1EE5038-5856-4677-84C9-2A483B9C63B2}"/>
              </a:ext>
            </a:extLst>
          </p:cNvPr>
          <p:cNvGrpSpPr/>
          <p:nvPr/>
        </p:nvGrpSpPr>
        <p:grpSpPr>
          <a:xfrm>
            <a:off x="1681018" y="618835"/>
            <a:ext cx="2309093" cy="2309092"/>
            <a:chOff x="1681018" y="618835"/>
            <a:chExt cx="2309093" cy="23090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8AB262-4500-4569-AC5C-CEE8D59E05B3}"/>
                </a:ext>
              </a:extLst>
            </p:cNvPr>
            <p:cNvSpPr/>
            <p:nvPr/>
          </p:nvSpPr>
          <p:spPr>
            <a:xfrm>
              <a:off x="1681018" y="618836"/>
              <a:ext cx="2309091" cy="230909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63F68EE-49B0-4D68-8F41-399D97D4D671}"/>
                </a:ext>
              </a:extLst>
            </p:cNvPr>
            <p:cNvGrpSpPr/>
            <p:nvPr/>
          </p:nvGrpSpPr>
          <p:grpSpPr>
            <a:xfrm>
              <a:off x="1681018" y="618835"/>
              <a:ext cx="2309093" cy="2309090"/>
              <a:chOff x="1681016" y="618835"/>
              <a:chExt cx="2309093" cy="255867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5E6BF39-BD14-4CE8-BC86-4519B9FC0877}"/>
                  </a:ext>
                </a:extLst>
              </p:cNvPr>
              <p:cNvGrpSpPr/>
              <p:nvPr/>
            </p:nvGrpSpPr>
            <p:grpSpPr>
              <a:xfrm>
                <a:off x="1681016" y="618835"/>
                <a:ext cx="2309093" cy="2558673"/>
                <a:chOff x="1681017" y="618835"/>
                <a:chExt cx="2309093" cy="255867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AB4F69C4-4AEE-4763-851C-4CAD8B4952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147" t="9940" r="44091" b="39498"/>
                <a:stretch/>
              </p:blipFill>
              <p:spPr>
                <a:xfrm>
                  <a:off x="1681018" y="618835"/>
                  <a:ext cx="2309092" cy="255867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14B4E174-7CAE-4BAD-83BD-F42686F17F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32" r="7346"/>
                <a:stretch/>
              </p:blipFill>
              <p:spPr>
                <a:xfrm>
                  <a:off x="1681017" y="1284671"/>
                  <a:ext cx="2309092" cy="97741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EB080F-B75A-43D8-95A5-C824C3BC6307}"/>
                  </a:ext>
                </a:extLst>
              </p:cNvPr>
              <p:cNvSpPr txBox="1"/>
              <p:nvPr/>
            </p:nvSpPr>
            <p:spPr>
              <a:xfrm>
                <a:off x="1681016" y="1113341"/>
                <a:ext cx="23090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/>
                    </a:solidFill>
                    <a:latin typeface="Russo One" panose="02000503050000020004" pitchFamily="2" charset="0"/>
                  </a:rPr>
                  <a:t>DF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859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Russo One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Hunter Gallant</dc:creator>
  <cp:lastModifiedBy>Hunter Gallant</cp:lastModifiedBy>
  <cp:revision>2</cp:revision>
  <dcterms:created xsi:type="dcterms:W3CDTF">2018-07-08T20:36:14Z</dcterms:created>
  <dcterms:modified xsi:type="dcterms:W3CDTF">2018-07-08T20:59:59Z</dcterms:modified>
</cp:coreProperties>
</file>